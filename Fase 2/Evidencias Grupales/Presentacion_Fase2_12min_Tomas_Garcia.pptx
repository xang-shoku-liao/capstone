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870e739c44856" /><Relationship Type="http://schemas.openxmlformats.org/officeDocument/2006/relationships/extended-properties" Target="/docProps/app.xml" Id="R4f038b6d94db4caa" /><Relationship Type="http://schemas.openxmlformats.org/officeDocument/2006/relationships/officeDocument" Target="/ppt/presentation.xml" Id="R5d8d45efb94548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102117aed406b"/>
  </p:sldMasterIdLst>
  <p:notesMasterIdLst>
    <p:notesMasterId xmlns:r="http://schemas.openxmlformats.org/officeDocument/2006/relationships" r:id="R7ae6de15893b4783"/>
  </p:notesMasterIdLst>
  <p:sldIdLst>
    <p:sldId xmlns:r="http://schemas.openxmlformats.org/officeDocument/2006/relationships" id="256" r:id="R30f9bfd5ba6c4ea3"/>
    <p:sldId xmlns:r="http://schemas.openxmlformats.org/officeDocument/2006/relationships" id="257" r:id="Rb094b39e1e4e4a99"/>
    <p:sldId xmlns:r="http://schemas.openxmlformats.org/officeDocument/2006/relationships" id="258" r:id="Rfa3d07dabb1e4112"/>
    <p:sldId xmlns:r="http://schemas.openxmlformats.org/officeDocument/2006/relationships" id="259" r:id="R49109232afe64575"/>
    <p:sldId xmlns:r="http://schemas.openxmlformats.org/officeDocument/2006/relationships" id="260" r:id="R3a7028b02ceb4b75"/>
    <p:sldId xmlns:r="http://schemas.openxmlformats.org/officeDocument/2006/relationships" id="261" r:id="R338b95d2b0ca47a1"/>
    <p:sldId xmlns:r="http://schemas.openxmlformats.org/officeDocument/2006/relationships" id="262" r:id="Rdeab7847ac4c430c"/>
    <p:sldId xmlns:r="http://schemas.openxmlformats.org/officeDocument/2006/relationships" id="263" r:id="R111f70513eab4c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9465944ec41c3" /><Relationship Type="http://schemas.openxmlformats.org/officeDocument/2006/relationships/slideMaster" Target="/ppt/slideMasters/slideMaster1.xml" Id="R3b6102117aed406b" /><Relationship Type="http://schemas.openxmlformats.org/officeDocument/2006/relationships/notesMaster" Target="/ppt/notesMasters/notesMaster1.xml" Id="R7ae6de15893b4783" /><Relationship Type="http://schemas.openxmlformats.org/officeDocument/2006/relationships/presProps" Target="/ppt/presProps.xml" Id="R5c7102be59ce404a" /><Relationship Type="http://schemas.openxmlformats.org/officeDocument/2006/relationships/tableStyles" Target="/ppt/tableStyles.xml" Id="Rf9de635db09347c8" /><Relationship Type="http://schemas.openxmlformats.org/officeDocument/2006/relationships/slide" Target="/ppt/slides/slide1.xml" Id="R30f9bfd5ba6c4ea3" /><Relationship Type="http://schemas.openxmlformats.org/officeDocument/2006/relationships/slide" Target="/ppt/slides/slide2.xml" Id="Rb094b39e1e4e4a99" /><Relationship Type="http://schemas.openxmlformats.org/officeDocument/2006/relationships/slide" Target="/ppt/slides/slide3.xml" Id="Rfa3d07dabb1e4112" /><Relationship Type="http://schemas.openxmlformats.org/officeDocument/2006/relationships/slide" Target="/ppt/slides/slide4.xml" Id="R49109232afe64575" /><Relationship Type="http://schemas.openxmlformats.org/officeDocument/2006/relationships/slide" Target="/ppt/slides/slide5.xml" Id="R3a7028b02ceb4b75" /><Relationship Type="http://schemas.openxmlformats.org/officeDocument/2006/relationships/slide" Target="/ppt/slides/slide6.xml" Id="R338b95d2b0ca47a1" /><Relationship Type="http://schemas.openxmlformats.org/officeDocument/2006/relationships/slide" Target="/ppt/slides/slide7.xml" Id="Rdeab7847ac4c430c" /><Relationship Type="http://schemas.openxmlformats.org/officeDocument/2006/relationships/slide" Target="/ppt/slides/slide8.xml" Id="R111f70513eab4c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b05b2e237646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8822e3bba4a94" /><Relationship Type="http://schemas.openxmlformats.org/officeDocument/2006/relationships/notesMaster" Target="/ppt/notesMasters/notesMaster1.xml" Id="R1c4bf1c58fb74e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c9b361182d4e42" /><Relationship Type="http://schemas.openxmlformats.org/officeDocument/2006/relationships/notesMaster" Target="/ppt/notesMasters/notesMaster1.xml" Id="Redc0254d0743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98a6955c624d78" /><Relationship Type="http://schemas.openxmlformats.org/officeDocument/2006/relationships/notesMaster" Target="/ppt/notesMasters/notesMaster1.xml" Id="Rdab544ccc9cd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64601513f04cf4" /><Relationship Type="http://schemas.openxmlformats.org/officeDocument/2006/relationships/notesMaster" Target="/ppt/notesMasters/notesMaster1.xml" Id="R72e6cd5ed51246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42be11da54d5a" /><Relationship Type="http://schemas.openxmlformats.org/officeDocument/2006/relationships/notesMaster" Target="/ppt/notesMasters/notesMaster1.xml" Id="R1f1119626b02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bbbffdb32a4c0f" /><Relationship Type="http://schemas.openxmlformats.org/officeDocument/2006/relationships/notesMaster" Target="/ppt/notesMasters/notesMaster1.xml" Id="R28b95d039a7846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a054b1d87a4a18" /><Relationship Type="http://schemas.openxmlformats.org/officeDocument/2006/relationships/notesMaster" Target="/ppt/notesMasters/notesMaster1.xml" Id="R9d83e2cf1f5b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e11ee3bf3b47ef" /><Relationship Type="http://schemas.openxmlformats.org/officeDocument/2006/relationships/notesMaster" Target="/ppt/notesMasters/notesMaster1.xml" Id="Rf13a67c0cc4b45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511e6a45145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a567c5b0541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459825d8c41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25291319e4c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a713551b240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e0e56df334d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C49C4E-A81C-48C1-B3F8-26FC12EB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5DF135-A0B6-4918-8C7A-CA1052696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DADF8A-7F4E-4E9C-93AD-4635DB1DF4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875004-464C-45FC-A30A-4F83C6AB5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E3A12F-5563-4031-98A2-995F3EF56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5EB3FC-9510-4997-AA52-7D6E2DC6BE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A6CB5D-6503-46B8-9EE2-9D4D83BADB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8EBD85-1D49-43C2-BF8F-B96385ED92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5E2030-7B60-49EB-89C6-20B0CFBEE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AEAF32-226C-4AB6-A9B6-110EBACB5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13fa6f4222404d" /><Relationship Type="http://schemas.openxmlformats.org/officeDocument/2006/relationships/slideLayout" Target="/ppt/slideLayouts/slideLayout1.xml" Id="R1effcb5a9b9843a5" /><Relationship Type="http://schemas.openxmlformats.org/officeDocument/2006/relationships/slideLayout" Target="/ppt/slideLayouts/slideLayout2.xml" Id="R912e8e4e58d84ff2" /><Relationship Type="http://schemas.openxmlformats.org/officeDocument/2006/relationships/slideLayout" Target="/ppt/slideLayouts/slideLayout3.xml" Id="R38cbb6e92e59417c" /><Relationship Type="http://schemas.openxmlformats.org/officeDocument/2006/relationships/slideLayout" Target="/ppt/slideLayouts/slideLayout4.xml" Id="Rc80f328dab19400e" /><Relationship Type="http://schemas.openxmlformats.org/officeDocument/2006/relationships/slideLayout" Target="/ppt/slideLayouts/slideLayout5.xml" Id="R0e85534f9ef14cdd" /><Relationship Type="http://schemas.openxmlformats.org/officeDocument/2006/relationships/slideLayout" Target="/ppt/slideLayouts/slideLayout6.xml" Id="R2e4310fc2b5046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ffcb5a9b9843a5"/>
    <p:sldLayoutId xmlns:r="http://schemas.openxmlformats.org/officeDocument/2006/relationships" id="2147483650" r:id="R912e8e4e58d84ff2"/>
    <p:sldLayoutId xmlns:r="http://schemas.openxmlformats.org/officeDocument/2006/relationships" id="2147483651" r:id="R38cbb6e92e59417c"/>
    <p:sldLayoutId xmlns:r="http://schemas.openxmlformats.org/officeDocument/2006/relationships" id="2147483652" r:id="Rc80f328dab19400e"/>
    <p:sldLayoutId xmlns:r="http://schemas.openxmlformats.org/officeDocument/2006/relationships" id="2147483653" r:id="R0e85534f9ef14cdd"/>
    <p:sldLayoutId xmlns:r="http://schemas.openxmlformats.org/officeDocument/2006/relationships" id="2147483654" r:id="R2e4310fc2b5046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af0feb8874077" /><Relationship Type="http://schemas.openxmlformats.org/officeDocument/2006/relationships/notesSlide" Target="/ppt/notesSlides/notesSlide1.xml" Id="R7e62aeefa1d04b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03dfc408c4817" /><Relationship Type="http://schemas.openxmlformats.org/officeDocument/2006/relationships/notesSlide" Target="/ppt/notesSlides/notesSlide2.xml" Id="R741becdf7db2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dc3164abb4495" /><Relationship Type="http://schemas.openxmlformats.org/officeDocument/2006/relationships/notesSlide" Target="/ppt/notesSlides/notesSlide3.xml" Id="Rb066472992134c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87580ea4f4a74" /><Relationship Type="http://schemas.openxmlformats.org/officeDocument/2006/relationships/notesSlide" Target="/ppt/notesSlides/notesSlide4.xml" Id="Rd63a25843a444f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0bd1f8dd04260" /><Relationship Type="http://schemas.openxmlformats.org/officeDocument/2006/relationships/notesSlide" Target="/ppt/notesSlides/notesSlide5.xml" Id="R5bea4995dbff49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702f9be724a22" /><Relationship Type="http://schemas.openxmlformats.org/officeDocument/2006/relationships/notesSlide" Target="/ppt/notesSlides/notesSlide6.xml" Id="Rbb7d9652a00146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a04815e2d48b8" /><Relationship Type="http://schemas.openxmlformats.org/officeDocument/2006/relationships/image" Target="/ppt/media/image.png" Id="Rca634f9db2544a10" /><Relationship Type="http://schemas.openxmlformats.org/officeDocument/2006/relationships/notesSlide" Target="/ppt/notesSlides/notesSlide7.xml" Id="Rdb1a6381b96c4e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f782e81814909" /><Relationship Type="http://schemas.openxmlformats.org/officeDocument/2006/relationships/notesSlide" Target="/ppt/notesSlides/notesSlide8.xml" Id="Rb5bd45c5008441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43CFE-3652-495C-9779-E8EE93B8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42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App Móvil de Control</a:t>
            </a:r>
          </a:p>
          <a:p xmlns:a="http://schemas.openxmlformats.org/drawingml/2006/main">
            <a:pPr algn="l">
              <a:defRPr sz="36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 Finanzas Personales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2D1FA-B9C4-4AF4-9538-E39C24EE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Avance Fase 2: registro manual y automatización de prueba en Android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F24C7-96B4-40FC-9595-92B8FE79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Tomás García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Grupo 7  |  Proyecto individual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Portafolio de Título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E4EF-CCAB-4B5B-97CF-6AB860C2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57250"/>
            <a:ext cx="2000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D9EA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6FA41-3419-4273-8F9B-459E99EF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90750"/>
            <a:ext cx="152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FINANZAS</a:t>
            </a:r>
          </a:p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365E1-D2C6-477E-91EA-4A7ABE4B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86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MVP 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2F311-81D6-46E5-8BF6-F69F749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1</a:t>
            </a:r>
          </a:p>
        </p:txBody>
      </p:sp>
    </p:spTree>
    <p:extLst>
      <p:ext uri="{BB962C8B-B14F-4D97-AF65-F5344CB8AC3E}">
        <p14:creationId xmlns:p14="http://schemas.microsoft.com/office/powerpoint/2010/main" val="1144595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67615-73CE-4091-B5D7-28C58085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Problema, solución y objetivos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95E02-3413-4816-BC36-34190D5B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Los primeros 2 minutos explican el problema del usuario y el propósito del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96DA0-72CE-4FD2-A908-C0E9823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D4359-629D-4C1D-8254-5EBF407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Problema del usuario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A2DA7-4745-48C7-9892-3A78F75E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B84AE-EA55-4374-A71E-6784785D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1935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Muchas personas registran sus gastos tarde o los anotan en distintos lugares.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FF11D-8B13-4DFA-9A34-3511FBED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C58E3-DFAC-4F66-A991-62ADD51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Una notificación financiera puede pasar desapercibida y quedar fuera del control mensual.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93815-10CB-4A8B-BB28-2209D90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Propuesta de solución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D8B19-DD31-4747-99A5-72E97293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E470B-D564-446E-91A9-DDE9026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193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Una app Android para registrar, clasificar y revisar ingresos y gastos desde un solo lugar.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EEA14-C6C1-4987-9C6E-0D7DCB17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E78E4-1A19-48DF-B910-497E7D9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385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Una prueba controlada registra movimientos desde una notificación ficticia para demostrar automatización.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34C50-CEC4-4F45-9F63-64BD016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6D954-8576-446A-BEFB-B9811BA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Desarrollar una aplicación móvil que permita registrar, clasificar y visualizar ingresos y gastos para facilitar la gestión de las finanzas personales.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7018F-39CF-4F04-89C4-EC0851C1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2</a:t>
            </a:r>
          </a:p>
        </p:txBody>
      </p:sp>
    </p:spTree>
    <p:extLst>
      <p:ext uri="{BB962C8B-B14F-4D97-AF65-F5344CB8AC3E}">
        <p14:creationId xmlns:p14="http://schemas.microsoft.com/office/powerpoint/2010/main" val="1624474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9BB3F-22E0-4F94-9924-4EF4F26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Objetivos específicos y alcance actual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AE2BE-0509-49BC-A432-7160BBE8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El alcance se priorizó para mostrar un flujo funcional y comprobable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11180-6B5B-47E9-B1A9-8B23C4F5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EBD96-2E26-4956-A88A-5C15E69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Completado en el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51C35-09A8-4D50-A4AB-CB61CB8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BCCA1-6927-4F3D-A8B4-E233A220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33625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Modelo local SQLite para movimientos y categorías.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1D66F-5EAE-4F86-959F-1B5BF36D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4B160-03AA-4BF7-98AD-E7FC21F4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00375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Registro manual de ingresos y gastos.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D6E27-6209-4614-B86F-8F995763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5A9F9-093D-42CE-8DFD-79BA3C80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67125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Detalle del movimiento, edición de categoría y eliminación.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FF269-7D9C-4D2A-A83E-859B77CF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8E03E-7F6E-45CB-A462-5585DCB9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33875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Registro automático desde Banco Demo.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ECBCE-F43E-4032-8E12-F75882E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BF9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F9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F9000"/>
                </a:solidFill>
                <a:latin typeface="Arial"/>
                <a:ea typeface="Arial"/>
                <a:cs typeface="Arial"/>
              </a:rPr>
              <a:t>Pendiente para próximas iteraciones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D37BA-48D2-45D3-AD2B-967D424A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B0DE-C25B-47ED-A2A4-D8C762C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33625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Presupuestos mensuales y alertas.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9FD33-7DF9-4E22-B5DD-DAAA38B9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03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DF128-9325-4B4F-8CEB-5115D94C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00375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Reportes por categoría y por 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89D45-05F5-4325-BB70-0B2DCBF4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67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46250-A24D-44FF-88C2-1B0F0B39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67125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Casos de prueba formales, privacidad y evaluación de nuevos formatos.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274A1-23D4-4B9A-BA9C-91C4FD98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Ajuste de Fase 2: adelanté la automatización con datos ficticios. No presento compatibilidad con bancos reales como una función terminada.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28276-85DD-4D0E-9C30-8FE82766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3</a:t>
            </a:r>
          </a:p>
        </p:txBody>
      </p:sp>
    </p:spTree>
    <p:extLst>
      <p:ext uri="{BB962C8B-B14F-4D97-AF65-F5344CB8AC3E}">
        <p14:creationId xmlns:p14="http://schemas.microsoft.com/office/powerpoint/2010/main" val="2051264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ED16C-4AF1-470E-9CA8-E1B3E10A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Funcionamiento técnico de la automatización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063A9-2687-4704-BA2F-29D349CE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Flujo que se demostrará durante la presentación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01E4F-FB01-4F36-ACBF-89EBEBA0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F57DC-F807-4D2A-BD0B-1CB0A8D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FB1F0-B85C-4343-9F98-6741C53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05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Banco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E0C8C-DAA4-4586-B789-5F9471D5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Emite una notificación ficticia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CBA3D-C5E4-4A8E-862B-1FC9AD89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BCE3F-9DD1-4368-937C-CFD13CBD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05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Android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51879-7849-42B9-B9A6-BCA9EE5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Entrega la notificación al servicio autorizado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2F151-B36A-4B66-ADC1-5BE6194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81E4D-F80A-4452-96F8-2D9D59D1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05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Finanzas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1348D-3724-4D92-BCDB-B6FB67DF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Interpreta monto y tipo de movimiento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D81D1-A069-4AAC-A04D-EB21ACB8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9525">
            <a:solidFill>
              <a:srgbClr val="C9D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93DF6-49B6-45D5-96E8-92F207A4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051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3B0D7-341C-4225-BB3A-29A05FA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Guarda y muestra el movimiento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86333-727E-4F2A-BEB9-24EA21AC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861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770B9-65B4-436D-BF27-BF5B3252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861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DB388-83B9-412C-9CD5-3DDB35C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3BDC7-FD59-4D61-82A3-4B734FEF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La aplicación escucha solo Banco Demo en esta fase. El dato se guarda de forma local y el usuario puede corregir la categoría desde el detalle.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D6E05-6357-4B17-9BEB-4C81794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4</a:t>
            </a:r>
          </a:p>
        </p:txBody>
      </p:sp>
    </p:spTree>
    <p:extLst>
      <p:ext uri="{BB962C8B-B14F-4D97-AF65-F5344CB8AC3E}">
        <p14:creationId xmlns:p14="http://schemas.microsoft.com/office/powerpoint/2010/main" val="981073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FB06F-13D6-4B7A-A5CC-5EA40696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Demostración 1: operación manual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A71BD-7968-450F-B665-B549E60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Muestra esta parte directamente en Finanzas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4C863-E423-486D-AE30-F0D7203D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72391-0560-45FB-8A89-BF4F0D3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Recorrido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F268B-89F5-4322-BD00-33DFEA19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F80B3-2FA0-41E2-90A5-E879B41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Abrir la pantalla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422E9-B65D-4733-9E2B-3DDFBDDD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81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Explica que los movimientos se obtienen desde SQLite.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7AE88-35E0-4277-B6A8-ABB3E4DE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D2C6B-9291-439D-B3F6-5BDD9BA5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Agregar un gasto o ingreso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E260F-BD65-42EF-8CDC-2B6C8588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0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Ingresa monto, descripción, tipo y categoría.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BFC88-46C4-4EB1-BF08-636CCC3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3AC78-EE57-45EE-9839-04DB2EBA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95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Crear una categoría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4CE89-391D-4510-9579-CF1967A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196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Muestra que la nueva categoría se puede seleccionar de inmediato.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D6B5A-38F7-4967-B34E-6D45BFF4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A8702-41A0-4164-9951-261A59CE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149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Abrir el detalle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33A97-74E2-40BD-9E70-7FEE2225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Cambia la categoría si la clasificación inicial no representa el gasto.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03BF4-8D60-42D3-A0EB-28B05D9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Mensaje clave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FE03F-1D4D-40F9-B1AD-0D8F18B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912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El usuario conserva control sobre cada registro, incluso cuando una categoría necesita corrección.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496B6-8CEE-4AA1-B630-30CB5F7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5</a:t>
            </a:r>
          </a:p>
        </p:txBody>
      </p:sp>
    </p:spTree>
    <p:extLst>
      <p:ext uri="{BB962C8B-B14F-4D97-AF65-F5344CB8AC3E}">
        <p14:creationId xmlns:p14="http://schemas.microsoft.com/office/powerpoint/2010/main" val="1749945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2C4AA-0BC5-4B99-A2B3-2A9A934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Registro automático desde una notificación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50E61-B378-4F4D-8678-D54E1A70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Muestra esta parte con Banco Demo y Finanzas App instaladas en el emulador o teléfono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33A1F-5078-4E99-8EC2-A975E117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6C6D9-451C-46AE-9524-E9BCB336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Escenario de prueba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D1B0C-F957-4684-A455-FE7C9F1F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707D-B6B6-406C-8967-6B231C6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57450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Abrir Banco Demo y generar una compra, un abono o una transferencia ficticia.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F8A82-10A5-404B-A73C-BE77E1F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7B118-4BE4-4F80-90DF-385A5B1C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62300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Verificar que Android muestre la notificación con fecha y hora actual.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6552F-E9A3-46B8-A526-D345FA0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9FB7D-0CD2-418C-AFB9-CA01DB0F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7150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Abrir Finanzas App y comprobar que aparece el ingreso o gasto registrado.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2691E-0A38-4DEB-A0B4-340C6F75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74D95-D6FD-4DA9-88AC-CD10DD3C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72000"/>
            <a:ext cx="661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Entrar al detalle y corregir la categoría si corresponde.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DB986-6DDA-4653-AD1E-97866A03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95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Condición de prueba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4464C-19DD-44A5-8AB5-EE7D66A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El acceso a notificaciones debe estar habilitado para Finanzas App.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82F09-C7CB-465F-BEA6-21BA928D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Resultado esperado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81C7F-3DF2-46A6-AF2E-7E3E3D4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Notificación ficticia</a:t>
            </a:r>
          </a:p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Movimiento guardado</a:t>
            </a:r>
          </a:p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Detalle disponible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B9D2F-172B-4CF8-A40B-04A7AC9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6</a:t>
            </a:r>
          </a:p>
        </p:txBody>
      </p:sp>
    </p:spTree>
    <p:extLst>
      <p:ext uri="{BB962C8B-B14F-4D97-AF65-F5344CB8AC3E}">
        <p14:creationId xmlns:p14="http://schemas.microsoft.com/office/powerpoint/2010/main" val="862765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0DD5A-E0BD-46AC-89CE-61143E46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Metodología ágil y evidencia de avance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CBAAD-AF5D-4D47-89CC-719B9E2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Kanban personal permite visualizar el trabajo individual y ajustar prioridades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4F18F-F88F-4426-8472-6E96C7E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F05B2-6B05-4B61-BBE5-81A6FFFF77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34f9db2544a10"/>
          <a:stretch xmlns:a="http://schemas.openxmlformats.org/drawingml/2006/main"/>
        </p:blipFill>
        <p:spPr>
          <a:xfrm xmlns:a="http://schemas.openxmlformats.org/drawingml/2006/main">
            <a:off x="685800" y="2446974"/>
            <a:ext cx="7000875" cy="234505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39D91-D6CB-400A-8868-3E0CC63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Kanban personal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08C60-A8ED-4C2D-851A-54FFC27E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FA90E-6258-492D-AAA6-D623E540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07521-76BA-483E-AD3F-8AFECD2A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860E5-8523-43FA-B627-20D0C95A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861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En curso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39400-B674-4624-874A-2859FEDF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08624-8AFD-4337-88C7-A72F95D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En prueba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98AA4-6B51-476E-A033-B086509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0195D-C171-497C-8E7A-95959EE5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005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Hecho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13052-8F13-4C49-AFE1-6C65E034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006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Cada tarea necesita evidencia antes de pasar a Hecho. La planificación se revisa junto con la carta Gantt.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FBA34-18AF-45CA-9F4D-E47B5D8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7</a:t>
            </a:r>
          </a:p>
        </p:txBody>
      </p:sp>
    </p:spTree>
    <p:extLst>
      <p:ext uri="{BB962C8B-B14F-4D97-AF65-F5344CB8AC3E}">
        <p14:creationId xmlns:p14="http://schemas.microsoft.com/office/powerpoint/2010/main" val="948043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6E1D5-DE4D-4C43-A436-B9148C21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Estado del proyecto y siguientes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5E572-A94C-4C21-984E-CF4545B1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Cierre de la presentación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7024A-AA04-43CB-B5C8-C5BC4701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2ECF5-3427-4E4F-AD64-CC2A8C35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Lo que funciona hoy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0791B-2E59-4677-9DC6-ADBA07C1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DF183-8D59-4C07-865F-91166066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52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MVP Android con datos locales.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328F4-0EC8-4293-B9BC-32AAAB93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33A28-3C86-4938-8D45-AD962493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194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Registro manual, categorías y detalle editable.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B6794-7432-475C-B7CC-CFA6CCD4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CBA95-4DD1-4EC9-87F4-CEF52BD8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862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Automatización validada con Banco Demo.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5E2F9-D8A3-42F7-8004-0CBBA8C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BF9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F9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F9000"/>
                </a:solidFill>
                <a:latin typeface="Arial"/>
                <a:ea typeface="Arial"/>
                <a:cs typeface="Arial"/>
              </a:rPr>
              <a:t>Próxima iteración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A6392-8810-4D9A-B347-A7708067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527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20C49-B684-4BC4-B7D2-813952D1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Presupuestos, alertas y reportes.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93518-BDB0-453F-B466-2ED30F5C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19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FFDEF-8516-4843-9EE9-15F8D97B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Casos de prueba y privacidad.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705B9-7C39-4CE1-9E43-0241B60A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86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79E3D-9420-4EAA-82AE-D7444229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862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Evaluar formatos de nuevas instituciones.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06D8F-FF7A-47B5-8FEA-0B9C24AD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340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La aplicación demuestra la viabilidad técnica de registrar automáticamente un movimiento desde una notificación controlada. La expansión a instituciones reales requiere una fase adicional de validación y consentimiento.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076FF-A53B-48C9-8C60-C54CABFC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Tomás García  |  Proyecto APT  |  8</a:t>
            </a:r>
          </a:p>
        </p:txBody>
      </p:sp>
    </p:spTree>
    <p:extLst>
      <p:ext uri="{BB962C8B-B14F-4D97-AF65-F5344CB8AC3E}">
        <p14:creationId xmlns:p14="http://schemas.microsoft.com/office/powerpoint/2010/main" val="769573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2026-10-16T15:09:17.6690000Z</dcterms:created>
  <dcterms:modified xsi:type="dcterms:W3CDTF">2026-10-16T15:09:17.6690000Z</dcterms:modified>
</coreProperties>
</file>